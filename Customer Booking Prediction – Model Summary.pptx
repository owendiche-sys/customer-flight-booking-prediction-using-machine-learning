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0D6B1-3CD0-46FA-BAF1-77EBBB17A3AB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D78F6-B197-4D54-BACC-886363F8C46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0610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PowerPoint template was not available in the resources provided, so this slide was created independently following the task guidelines.</a:t>
            </a:r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D78F6-B197-4D54-BACC-886363F8C465}" type="slidenum">
              <a:rPr lang="en-NG" smtClean="0"/>
              <a:t>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76381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4B357-11E9-4531-859B-2D1241F25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1F85E-655B-4262-9F97-0422D3013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BE487-D532-41ED-8126-A415F056F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367AE-297B-406A-9750-3DC20B35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81FF2-95B5-40B3-A28F-413A8558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6733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9497-1867-4542-B1BA-887641C7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B29C4-28BA-4B23-92CB-B4865AF41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DFADD-23DD-4C22-A4C1-471756EE0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59F09-7EC6-4672-BAFA-553AFA74A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CE9B8-E606-4719-8168-346CAC15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77004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D8BF-6727-4BBA-9BF7-4AEF4786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2CA57-2A94-4A6A-8DE9-7E13B6739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281CD-1238-4C27-870E-F5345CF4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36AD8-E04C-4A24-B837-76E11E58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88E48-D103-427D-9929-C54FE409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6937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5D88B-C983-4B8A-A76E-33148B51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35D94-C752-4F80-9B8F-22EB33331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C2EDD-E61D-49F3-ACCE-C306A3660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63B4-E038-4B64-9F9D-38663337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AA457-D8FA-43EC-A46E-F701008FF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5C2FF-1C8E-4D2C-9E8E-120FAE9D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6517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5CC2-D6B9-4D26-86FD-8B7F7E87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9E3BC-1E67-4F35-9742-EB769F389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BE46-52DE-400E-8B74-3581E0A7D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6FF14-B21C-4C61-AB08-381707F48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94C6A6-DBCE-475F-9E27-CACD236BA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8B1C45-FFE4-4300-BB9B-B94DD02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E1598-09FF-4FE9-8283-A81F8DA9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A5868-6B53-488A-B7D8-0B7CC0DB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2721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1434A-CF59-4E58-8220-AD89D41F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FEB56-032A-4417-B61D-B47734269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619B8-5EC8-467E-A803-17C566837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CE0EC-940A-4C40-8524-27242F5E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0786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DF8D2C-BF5D-4166-8396-C268040E0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FA397-D9DF-417F-9E99-B3ACB94E3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D42DD-0B23-441F-BAF9-6105919AB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6028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DC481-3C6D-42AA-A213-B3A282FC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698E5-E565-4D2A-939B-21C04F370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5A4CC-AB45-427F-A8CE-EEE40A8BC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23B68-7069-4062-8345-B38CBA07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BEE95-6203-4B06-A50A-E3434F20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DB559-078F-426B-877D-E6833FB7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5833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3BCB-464E-42FA-87E1-F98F592CF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435B9-5B4E-441F-AB55-86F9E19F7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0B1AF-A00E-44C2-B97F-73A30BCFE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BB1F6-0706-4654-8753-A23A0EE0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5CF49-DDAA-48FD-88C5-B67077DE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A2977-DF11-459C-AE20-D175CE05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6125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A04A-0CC6-403B-8190-7C3437B6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C6557-CC0C-4AC2-9437-E5DC60809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280CD-8056-4E83-A4BB-5C6745A1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9B48E-C79B-4965-B4CB-51D8A2A8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CFB5D-534D-47A4-B93A-CA06C3A1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36181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388C97-AC16-480D-885D-CC7E2B06CC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E5D67-1013-48B3-AE23-748F9C2B5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56694-E42D-4500-888D-2D1883F5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0E4DB-5452-40D9-9DCC-A239BBE3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83E79-4EFA-437E-99B4-C1C7A748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2502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B50F10-B3DD-4F11-96C9-6B67B86F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43AFB-9A88-4311-9272-7611F13D3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805E0-88DB-4DE0-8F8B-EC6A62CD8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72A5D-DB74-47D0-9C7B-E100232489A6}" type="datetimeFigureOut">
              <a:rPr lang="en-NG" smtClean="0"/>
              <a:t>29/12/2025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6C5D-A66B-4E16-B4E1-6A2AC6CE6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009AB-79CC-4BDD-B8E4-8498D1007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36B70-C090-44A0-984D-3E909AB84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7868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C211-62C0-4376-9D85-5BAA0D147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1937" y="519547"/>
            <a:ext cx="8521566" cy="1052946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Customer Booking Prediction – Model Summary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NG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B7BB0-69AD-48F3-8985-B2F6AD91F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414" y="997527"/>
            <a:ext cx="4656083" cy="562399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Model Used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Random Forest Classifier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Chosen for strong performance and interpretability</a:t>
            </a:r>
          </a:p>
          <a:p>
            <a:pPr algn="just"/>
            <a:r>
              <a:rPr lang="en-US" b="1" dirty="0"/>
              <a:t>Model Performance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Accuracy: 85.5%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Model shows good ability to distinguish between booking and non-booking customers</a:t>
            </a:r>
          </a:p>
          <a:p>
            <a:pPr algn="just"/>
            <a:r>
              <a:rPr lang="en-US" b="1" dirty="0"/>
              <a:t>Business Insight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Customers with prior engagement and travel history are significantly more likely to book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Model can support targeted marketing and early intervention strategies</a:t>
            </a:r>
          </a:p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3C8CE-838E-44B2-ABD0-C76C1D7CD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338" y="1249120"/>
            <a:ext cx="6068470" cy="498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16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Customer Booking Prediction – Model Summary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Booking Prediction – Model Summary  </dc:title>
  <dc:creator>Owen Nda Diche [Student-PECS]</dc:creator>
  <cp:lastModifiedBy>Owen Nda Diche [Student-PECS]</cp:lastModifiedBy>
  <cp:revision>2</cp:revision>
  <dcterms:created xsi:type="dcterms:W3CDTF">2025-12-29T20:28:43Z</dcterms:created>
  <dcterms:modified xsi:type="dcterms:W3CDTF">2025-12-29T20:40:17Z</dcterms:modified>
</cp:coreProperties>
</file>